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768" y="3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1B0A8D-4FF4-F2A6-5E26-0069C47AA7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103FC8F-47A7-0126-FE44-43B24ADAC0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1D8726-6AC8-F7DF-0F8F-477EFB215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24138-3321-440F-B205-A7CD92C5A9DA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35B5F6-E02D-6DF6-0B8E-E0600E5E4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0C441C-CD86-9285-9BDC-B974CFF4F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C7FF7-B042-424F-8281-1959C7B7A6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0526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98E6FE-45C0-AB82-B27F-31C2BC067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B09DB5-5B2E-0EA5-C616-A8E5C99C2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1BDD02-8F44-39F9-EFFF-596DEAC73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24138-3321-440F-B205-A7CD92C5A9DA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3E2D85-DA7F-7185-DABA-8D632ED2E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D7EB68-A6C1-1D7B-96C8-E0A499845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C7FF7-B042-424F-8281-1959C7B7A6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9921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1A0748-EBC7-0374-76A8-926630D04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ABC33C-1120-C0D7-6F42-5587AB309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331F2B-7BEA-DDF5-4184-34A1BD695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24138-3321-440F-B205-A7CD92C5A9DA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C18255-468B-6729-1C9B-0B48CB313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25E3B0-B4A6-60C9-F6EC-C4BA37A0E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C7FF7-B042-424F-8281-1959C7B7A6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4898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0DEBBA-5AB7-CE38-9198-736BCFE8B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AF1DF5-75DE-CFE8-5C29-3B5D9858BA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EEB2E83-793B-9FEE-D998-769E5033F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FAB686-48A8-AF95-A17C-C893423E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24138-3321-440F-B205-A7CD92C5A9DA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973D71C-C2BC-325D-C7F0-FAB4AA1DA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136AEE2-49BE-2769-F328-B8330DD5F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C7FF7-B042-424F-8281-1959C7B7A6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336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684F5B-5056-975F-749A-D2B4D57C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CDAA2D-BBAD-5D0C-33ED-A3D85A719F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D086957-4DC7-05E0-3BC0-8FE174696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513F8D5-8C2F-264E-DA36-C392081D2B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64B4B7D-5798-5992-1ADE-030C7F723D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6EC7DD6-BFD4-FF7E-F811-4698F4128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24138-3321-440F-B205-A7CD92C5A9DA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53564CC-E903-5A23-689B-AD813B8DA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1DA0984-D1FD-5EAD-D146-B89D1E178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C7FF7-B042-424F-8281-1959C7B7A6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270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BA0C93-4F4E-E79B-2961-EC1068CF2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E6D8B76-5F64-FA2C-ECA1-0D5F6F6E9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24138-3321-440F-B205-A7CD92C5A9DA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6C41081-BD8D-4546-EE59-018EAA332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EF8B841-B8BD-C550-78B0-1D86CCDC4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C7FF7-B042-424F-8281-1959C7B7A6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0953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CC7CF5A-C641-E794-F7A9-E183F5DAD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24138-3321-440F-B205-A7CD92C5A9DA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102B4A6-13DA-D387-4D62-AEFEE86B3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2AF476-3CFE-DA8E-517A-A6390C280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C7FF7-B042-424F-8281-1959C7B7A6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8249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48B8BC-2AAE-9EFC-95BB-EE22AAE28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C48EC0-FB77-7948-A0BB-88B805483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09E84A5-C105-1DBC-153D-24DFB83B84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0C41B5-775C-0372-C85B-28E11DAF2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24138-3321-440F-B205-A7CD92C5A9DA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CF72F14-102E-C647-C61E-DD452AD75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A33FD1B-9CFF-D5BD-B8ED-89092A2F4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C7FF7-B042-424F-8281-1959C7B7A6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990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67BF0B-154F-6D36-44CC-833318825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C4A0370-E523-65DE-FED0-AFB1BF3391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762355-C833-2BFD-B719-F060E7B763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F39AF4-9904-3500-4624-7CCF9725D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24138-3321-440F-B205-A7CD92C5A9DA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0021E4-777D-8D24-02C0-5EE027176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1F1158-C021-4059-DAD8-19B537099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C7FF7-B042-424F-8281-1959C7B7A6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0200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3F29A6-EA94-4B2A-1CEC-2032FE3D0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0D9FB09-0AE0-4320-43E0-2B22A4BA3A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10B931-EE0E-92EE-214D-5EC1B115D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24138-3321-440F-B205-A7CD92C5A9DA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F8BE96-246A-8DA2-EBDB-5DD355146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847A32-B45A-7B3F-DE65-C9BC40E2B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C7FF7-B042-424F-8281-1959C7B7A6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734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EFC1839-B0EB-C7C0-940E-688144A3FB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D6469B0-E309-F614-607F-58D2A11F1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A5564A-010B-9F9C-D4CC-4245E8520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24138-3321-440F-B205-A7CD92C5A9DA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1A02CD-3E7A-53D4-2823-C580568F8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B13B78-96BC-6468-8CE1-A6CE47880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C7FF7-B042-424F-8281-1959C7B7A6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955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A48372D-19A7-5094-310A-3991BC071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A7BA88-B4E7-9278-BBB8-6D3C554C6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ADEBB1-D377-1D24-DDC9-AECAAA7C39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024138-3321-440F-B205-A7CD92C5A9DA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EABA23-41A6-24C2-856B-151D6D204D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C17EF1-F2A5-46F0-E760-0572B29E8F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C7FF7-B042-424F-8281-1959C7B7A6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0724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14683B0C-7D59-396F-51A0-5FFDCC3D8A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88" y="127430"/>
            <a:ext cx="3060000" cy="218894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EEF3815-6DF8-9276-C3D2-FF3ACB127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0792" y="130843"/>
            <a:ext cx="3060000" cy="21825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28884FA-5F66-2C95-51B7-1254226605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1396" y="123518"/>
            <a:ext cx="3060000" cy="219633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BF27552-262A-3C8F-72E5-987DA85757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2000" y="127019"/>
            <a:ext cx="3060000" cy="218972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3962069-1E81-8F10-B21D-B800E60B83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8" y="3370174"/>
            <a:ext cx="3240000" cy="227036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1D820598-0A42-6C3F-A473-50F79A91DE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71396" y="3335187"/>
            <a:ext cx="3240000" cy="2340338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F501130A-254F-AC78-4162-D3D8A753DF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52000" y="3380680"/>
            <a:ext cx="3240000" cy="2249353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5994BBF8-961A-BE3C-84E0-2F2A0174D6B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90792" y="3329109"/>
            <a:ext cx="3240000" cy="2352494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B1A00B86-CA1C-4B3D-6A52-6F8655A1E589}"/>
              </a:ext>
            </a:extLst>
          </p:cNvPr>
          <p:cNvSpPr txBox="1"/>
          <p:nvPr/>
        </p:nvSpPr>
        <p:spPr>
          <a:xfrm>
            <a:off x="1051034" y="258554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热噪声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494E17E-31EF-9C12-6889-35ADAC6E2F8F}"/>
              </a:ext>
            </a:extLst>
          </p:cNvPr>
          <p:cNvSpPr txBox="1"/>
          <p:nvPr/>
        </p:nvSpPr>
        <p:spPr>
          <a:xfrm>
            <a:off x="4219903" y="2636560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jitter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9D83EAD-6E18-5B53-04E5-F04DC4F09967}"/>
              </a:ext>
            </a:extLst>
          </p:cNvPr>
          <p:cNvSpPr txBox="1"/>
          <p:nvPr/>
        </p:nvSpPr>
        <p:spPr>
          <a:xfrm>
            <a:off x="7493875" y="2636560"/>
            <a:ext cx="1019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kickback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0115FD3-21AD-3C53-CCB4-26ADB5D575C7}"/>
              </a:ext>
            </a:extLst>
          </p:cNvPr>
          <p:cNvSpPr txBox="1"/>
          <p:nvPr/>
        </p:nvSpPr>
        <p:spPr>
          <a:xfrm>
            <a:off x="4219903" y="574762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幅度调制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7E4CD90-BC28-CCC7-DA76-4BD1E5F3663E}"/>
              </a:ext>
            </a:extLst>
          </p:cNvPr>
          <p:cNvSpPr txBox="1"/>
          <p:nvPr/>
        </p:nvSpPr>
        <p:spPr>
          <a:xfrm>
            <a:off x="1076190" y="5784408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glitch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AE63E42-FBF1-3999-7875-CA3A724734F6}"/>
              </a:ext>
            </a:extLst>
          </p:cNvPr>
          <p:cNvSpPr txBox="1"/>
          <p:nvPr/>
        </p:nvSpPr>
        <p:spPr>
          <a:xfrm>
            <a:off x="7182725" y="574762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增益误差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F213C8A-11BB-8D4C-2CDE-2C4A3322C095}"/>
              </a:ext>
            </a:extLst>
          </p:cNvPr>
          <p:cNvSpPr txBox="1"/>
          <p:nvPr/>
        </p:nvSpPr>
        <p:spPr>
          <a:xfrm>
            <a:off x="10338834" y="574762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切顶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1941901-1126-B561-7531-D1A0F9DB1239}"/>
              </a:ext>
            </a:extLst>
          </p:cNvPr>
          <p:cNvSpPr txBox="1"/>
          <p:nvPr/>
        </p:nvSpPr>
        <p:spPr>
          <a:xfrm>
            <a:off x="10446784" y="2636560"/>
            <a:ext cx="105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Ref error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4632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12</Words>
  <Application>Microsoft Office PowerPoint</Application>
  <PresentationFormat>宽屏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智帅 张</dc:creator>
  <cp:lastModifiedBy>智帅 张</cp:lastModifiedBy>
  <cp:revision>8</cp:revision>
  <dcterms:created xsi:type="dcterms:W3CDTF">2025-11-23T14:38:36Z</dcterms:created>
  <dcterms:modified xsi:type="dcterms:W3CDTF">2025-11-23T17:43:32Z</dcterms:modified>
</cp:coreProperties>
</file>